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5"/>
    <p:restoredTop sz="96327"/>
  </p:normalViewPr>
  <p:slideViewPr>
    <p:cSldViewPr snapToGrid="0">
      <p:cViewPr varScale="1">
        <p:scale>
          <a:sx n="128" d="100"/>
          <a:sy n="128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5611-A57B-F692-ECA2-5644601C9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8EBC1-E159-5C68-96B7-1240A70AF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A45A1-F4AB-0F58-1278-F6E2F4685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A609-D053-8E44-B0D8-7B64CC47F489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3EB1A-F831-446E-3189-C4EDF86D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F45A3-9DD5-53D9-CE04-52564376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2738-6953-F240-B34D-F2948DB4C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4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F532-070F-636F-8033-EAB73DE01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F2D27-8EA6-16A6-8D0C-FB72BB194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97F3B-A979-D35B-CB28-96691A899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A609-D053-8E44-B0D8-7B64CC47F489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A3720-F19E-2D18-3D05-FD64E4B4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9773F-AB50-9522-2F27-001D47D5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2738-6953-F240-B34D-F2948DB4C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5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9DCB-8D3B-ABED-3CF2-9214716C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8F35E-AE37-B839-EC1F-9921450ED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88CCA-55BB-EAFE-3F7D-F95DB588B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A609-D053-8E44-B0D8-7B64CC47F489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E38D3-7A6F-6295-725E-EF5BB9475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74CF6-FA1A-A5A5-1BF1-197D59B3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2738-6953-F240-B34D-F2948DB4C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24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6DCE6-A477-9736-5372-4452002E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6B9B1-41B7-3EC2-8E49-4602EAA3B0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2FAEC-83C7-2948-E8B4-5C1E69E1E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E8EA9-A6FA-49DD-939E-CC08C5A5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A609-D053-8E44-B0D8-7B64CC47F489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4A6B8-15B3-747F-EAE6-482AA2C3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0C442-B171-258A-989D-14BEB0E9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2738-6953-F240-B34D-F2948DB4C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5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DF3D9-93E7-6869-EAD0-22F5341A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B25C3-DBC0-5BAB-973B-03AA83555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E400AE-538C-F3D7-D334-725EC308A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2AB448-DAA5-295A-ADC5-DC9912C3F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843351-C430-9E3F-657C-D3C86DD1A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29E08B-B4BA-FE05-0E92-D19479B90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A609-D053-8E44-B0D8-7B64CC47F489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C18894-9B4C-6866-A53C-E631D75D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B9BD2-EBF3-EB41-2112-F2932F3E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2738-6953-F240-B34D-F2948DB4C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AF08-2C29-3E7B-16C1-F776C2E3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ABF176-8F03-C14E-55A8-071714369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A609-D053-8E44-B0D8-7B64CC47F489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FB31DD-191C-794C-33F6-E3A9DC92C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A6223-3AD0-DA23-D7B3-C1F6AEBC0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2738-6953-F240-B34D-F2948DB4C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35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7C8A7E-6585-F8D0-8C9A-5BCDE45E3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A609-D053-8E44-B0D8-7B64CC47F489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E4F41-0A3E-8CE1-600A-EBA1BA7AD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72CF9-C97A-5C0F-E3F3-1BDED8B8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2738-6953-F240-B34D-F2948DB4C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2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55CA0-B43B-637D-CDAD-CE3B71FAB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DB382-03C4-A777-7046-375A692F6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B4E03-AB88-E4FF-CC0A-2515C61A3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FDD38-CCA1-4F20-435B-C00FCA19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A609-D053-8E44-B0D8-7B64CC47F489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767F1-6C95-4FBF-9D28-1D16E4C3A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94075-CC95-8675-9CBF-56FC3850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2738-6953-F240-B34D-F2948DB4C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71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6449-88CA-D39F-6B4D-71D202AE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AA1F81-53E8-BB50-A995-37321089D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7627C-DFCA-A585-8650-DA09E073D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1865F-4E6C-0D26-64F6-1D80CD00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A609-D053-8E44-B0D8-7B64CC47F489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CCA0A-CE36-568E-02E7-AB01A065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F6B67-0720-40CF-5D89-7E5583EA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2738-6953-F240-B34D-F2948DB4C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79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3C8E-6E6B-076E-797E-10CE2009F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5CF28-C446-4F1A-91DE-1C7F2FC67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5FB20-C0FD-D308-9281-DCD4D6DE1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A609-D053-8E44-B0D8-7B64CC47F489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33925-C45A-66C9-ADAA-8799709BE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79555-CDB4-5653-AD82-8DB546CB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2738-6953-F240-B34D-F2948DB4C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4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E17636-987F-CAFB-66EE-A1A206EEE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750DD-6DD2-AC81-69E1-485ECB467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BDBC8-FFDE-F23D-423C-4B33360DD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A609-D053-8E44-B0D8-7B64CC47F489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C3BB7-8A01-804C-CBA0-2766C322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D8910-F9BD-869B-8D0B-F0E554D33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E2738-6953-F240-B34D-F2948DB4C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87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4E819-5250-05A3-A002-80892144D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F2F9B-7617-BBFA-CBC0-EAC4DD749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A8955-7044-E8FA-531D-AB77A37827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0A609-D053-8E44-B0D8-7B64CC47F489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0851B-328D-CC1F-7D4B-32D6FAC20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BED45-C9A2-DADE-00EC-6C27B7A1C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E2738-6953-F240-B34D-F2948DB4C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9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amera and a plate of food&#10;&#10;Description automatically generated">
            <a:extLst>
              <a:ext uri="{FF2B5EF4-FFF2-40B4-BE49-F238E27FC236}">
                <a16:creationId xmlns:a16="http://schemas.microsoft.com/office/drawing/2014/main" id="{33A39D11-5C52-0737-9841-03D5CA2D6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718" cy="397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1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Evan Pepper</dc:creator>
  <cp:lastModifiedBy>Evan Pepper</cp:lastModifiedBy>
  <cp:revision>3</cp:revision>
  <dcterms:created xsi:type="dcterms:W3CDTF">2024-02-21T04:41:33Z</dcterms:created>
  <dcterms:modified xsi:type="dcterms:W3CDTF">2024-12-12T22:25:31Z</dcterms:modified>
</cp:coreProperties>
</file>